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Figure 1</a:t>
            </a:r>
          </a:p>
        </p:txBody>
      </p:sp>
      <p:pic>
        <p:nvPicPr>
          <p:cNvPr id="3" name="Picture 2" descr="fig1_means_by_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Caption and full source notes are in manuscript.docx.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Figure 2</a:t>
            </a:r>
          </a:p>
        </p:txBody>
      </p:sp>
      <p:pic>
        <p:nvPicPr>
          <p:cNvPr id="3" name="Picture 2" descr="fig2_geo_vs_thr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78377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Caption and full source notes are in manuscript.docx.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Figure 3</a:t>
            </a:r>
          </a:p>
        </p:txBody>
      </p:sp>
      <p:pic>
        <p:nvPicPr>
          <p:cNvPr id="3" name="Picture 2" descr="fig3_baseline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62701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Caption and full source notes are in manuscript.docx.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Figure 4</a:t>
            </a:r>
          </a:p>
        </p:txBody>
      </p:sp>
      <p:pic>
        <p:nvPicPr>
          <p:cNvPr id="3" name="Picture 2" descr="fig4_closure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78377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Caption and full source notes are in manuscript.docx.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Figure 5</a:t>
            </a:r>
          </a:p>
        </p:txBody>
      </p:sp>
      <p:pic>
        <p:nvPicPr>
          <p:cNvPr id="3" name="Picture 2" descr="sens_roc_bina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914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Caption and full source notes are in manuscript.docx.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Figure 6</a:t>
            </a:r>
          </a:p>
        </p:txBody>
      </p:sp>
      <p:pic>
        <p:nvPicPr>
          <p:cNvPr id="3" name="Picture 2" descr="fig6_bootstrap_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Caption and full source notes are in manuscript.docx.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Figure 7</a:t>
            </a:r>
          </a:p>
        </p:txBody>
      </p:sp>
      <p:pic>
        <p:nvPicPr>
          <p:cNvPr id="3" name="Picture 2" descr="fig7_loo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Caption and full source notes are in manuscript.docx.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